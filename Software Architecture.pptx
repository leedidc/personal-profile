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3"/>
  </p:notesMasterIdLst>
  <p:sldIdLst>
    <p:sldId id="256" r:id="rId2"/>
  </p:sldIdLst>
  <p:sldSz cx="12599988" cy="10799763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2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585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999" y="1767462"/>
            <a:ext cx="10709990" cy="3759917"/>
          </a:xfrm>
        </p:spPr>
        <p:txBody>
          <a:bodyPr anchor="b"/>
          <a:lstStyle>
            <a:lvl1pPr algn="ctr">
              <a:defRPr sz="826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4999" y="5672376"/>
            <a:ext cx="9449991" cy="2607442"/>
          </a:xfrm>
        </p:spPr>
        <p:txBody>
          <a:bodyPr/>
          <a:lstStyle>
            <a:lvl1pPr marL="0" indent="0" algn="ctr">
              <a:buNone/>
              <a:defRPr sz="3307"/>
            </a:lvl1pPr>
            <a:lvl2pPr marL="630022" indent="0" algn="ctr">
              <a:buNone/>
              <a:defRPr sz="2756"/>
            </a:lvl2pPr>
            <a:lvl3pPr marL="1260043" indent="0" algn="ctr">
              <a:buNone/>
              <a:defRPr sz="2480"/>
            </a:lvl3pPr>
            <a:lvl4pPr marL="1890065" indent="0" algn="ctr">
              <a:buNone/>
              <a:defRPr sz="2205"/>
            </a:lvl4pPr>
            <a:lvl5pPr marL="2520086" indent="0" algn="ctr">
              <a:buNone/>
              <a:defRPr sz="2205"/>
            </a:lvl5pPr>
            <a:lvl6pPr marL="3150108" indent="0" algn="ctr">
              <a:buNone/>
              <a:defRPr sz="2205"/>
            </a:lvl6pPr>
            <a:lvl7pPr marL="3780130" indent="0" algn="ctr">
              <a:buNone/>
              <a:defRPr sz="2205"/>
            </a:lvl7pPr>
            <a:lvl8pPr marL="4410151" indent="0" algn="ctr">
              <a:buNone/>
              <a:defRPr sz="2205"/>
            </a:lvl8pPr>
            <a:lvl9pPr marL="5040173" indent="0" algn="ctr">
              <a:buNone/>
              <a:defRPr sz="2205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07117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6378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87" y="2692444"/>
            <a:ext cx="10867490" cy="4492401"/>
          </a:xfrm>
        </p:spPr>
        <p:txBody>
          <a:bodyPr anchor="b"/>
          <a:lstStyle>
            <a:lvl1pPr>
              <a:defRPr sz="826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687" y="7227345"/>
            <a:ext cx="10867490" cy="2362447"/>
          </a:xfrm>
        </p:spPr>
        <p:txBody>
          <a:bodyPr/>
          <a:lstStyle>
            <a:lvl1pPr marL="0" indent="0">
              <a:buNone/>
              <a:defRPr sz="3307">
                <a:solidFill>
                  <a:schemeClr val="tx1"/>
                </a:solidFill>
              </a:defRPr>
            </a:lvl1pPr>
            <a:lvl2pPr marL="630022" indent="0">
              <a:buNone/>
              <a:defRPr sz="2756">
                <a:solidFill>
                  <a:schemeClr val="tx1">
                    <a:tint val="75000"/>
                  </a:schemeClr>
                </a:solidFill>
              </a:defRPr>
            </a:lvl2pPr>
            <a:lvl3pPr marL="1260043" indent="0">
              <a:buNone/>
              <a:defRPr sz="2480">
                <a:solidFill>
                  <a:schemeClr val="tx1">
                    <a:tint val="75000"/>
                  </a:schemeClr>
                </a:solidFill>
              </a:defRPr>
            </a:lvl3pPr>
            <a:lvl4pPr marL="1890065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4pPr>
            <a:lvl5pPr marL="2520086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5pPr>
            <a:lvl6pPr marL="3150108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6pPr>
            <a:lvl7pPr marL="3780130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7pPr>
            <a:lvl8pPr marL="4410151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8pPr>
            <a:lvl9pPr marL="5040173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1550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49" y="2874937"/>
            <a:ext cx="5354995" cy="6852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8744" y="2874937"/>
            <a:ext cx="5354995" cy="6852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86273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574990"/>
            <a:ext cx="10867490" cy="208745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92" y="2647443"/>
            <a:ext cx="5330385" cy="1297471"/>
          </a:xfrm>
        </p:spPr>
        <p:txBody>
          <a:bodyPr anchor="b"/>
          <a:lstStyle>
            <a:lvl1pPr marL="0" indent="0">
              <a:buNone/>
              <a:defRPr sz="3307" b="1"/>
            </a:lvl1pPr>
            <a:lvl2pPr marL="630022" indent="0">
              <a:buNone/>
              <a:defRPr sz="2756" b="1"/>
            </a:lvl2pPr>
            <a:lvl3pPr marL="1260043" indent="0">
              <a:buNone/>
              <a:defRPr sz="2480" b="1"/>
            </a:lvl3pPr>
            <a:lvl4pPr marL="1890065" indent="0">
              <a:buNone/>
              <a:defRPr sz="2205" b="1"/>
            </a:lvl4pPr>
            <a:lvl5pPr marL="2520086" indent="0">
              <a:buNone/>
              <a:defRPr sz="2205" b="1"/>
            </a:lvl5pPr>
            <a:lvl6pPr marL="3150108" indent="0">
              <a:buNone/>
              <a:defRPr sz="2205" b="1"/>
            </a:lvl6pPr>
            <a:lvl7pPr marL="3780130" indent="0">
              <a:buNone/>
              <a:defRPr sz="2205" b="1"/>
            </a:lvl7pPr>
            <a:lvl8pPr marL="4410151" indent="0">
              <a:buNone/>
              <a:defRPr sz="2205" b="1"/>
            </a:lvl8pPr>
            <a:lvl9pPr marL="5040173" indent="0">
              <a:buNone/>
              <a:defRPr sz="2205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92" y="3944914"/>
            <a:ext cx="5330385" cy="58023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8745" y="2647443"/>
            <a:ext cx="5356636" cy="1297471"/>
          </a:xfrm>
        </p:spPr>
        <p:txBody>
          <a:bodyPr anchor="b"/>
          <a:lstStyle>
            <a:lvl1pPr marL="0" indent="0">
              <a:buNone/>
              <a:defRPr sz="3307" b="1"/>
            </a:lvl1pPr>
            <a:lvl2pPr marL="630022" indent="0">
              <a:buNone/>
              <a:defRPr sz="2756" b="1"/>
            </a:lvl2pPr>
            <a:lvl3pPr marL="1260043" indent="0">
              <a:buNone/>
              <a:defRPr sz="2480" b="1"/>
            </a:lvl3pPr>
            <a:lvl4pPr marL="1890065" indent="0">
              <a:buNone/>
              <a:defRPr sz="2205" b="1"/>
            </a:lvl4pPr>
            <a:lvl5pPr marL="2520086" indent="0">
              <a:buNone/>
              <a:defRPr sz="2205" b="1"/>
            </a:lvl5pPr>
            <a:lvl6pPr marL="3150108" indent="0">
              <a:buNone/>
              <a:defRPr sz="2205" b="1"/>
            </a:lvl6pPr>
            <a:lvl7pPr marL="3780130" indent="0">
              <a:buNone/>
              <a:defRPr sz="2205" b="1"/>
            </a:lvl7pPr>
            <a:lvl8pPr marL="4410151" indent="0">
              <a:buNone/>
              <a:defRPr sz="2205" b="1"/>
            </a:lvl8pPr>
            <a:lvl9pPr marL="5040173" indent="0">
              <a:buNone/>
              <a:defRPr sz="2205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8745" y="3944914"/>
            <a:ext cx="5356636" cy="58023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48595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13429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29004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719984"/>
            <a:ext cx="4063824" cy="2519945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6636" y="1554968"/>
            <a:ext cx="6378744" cy="7674832"/>
          </a:xfrm>
        </p:spPr>
        <p:txBody>
          <a:bodyPr/>
          <a:lstStyle>
            <a:lvl1pPr>
              <a:defRPr sz="4410"/>
            </a:lvl1pPr>
            <a:lvl2pPr>
              <a:defRPr sz="3858"/>
            </a:lvl2pPr>
            <a:lvl3pPr>
              <a:defRPr sz="3307"/>
            </a:lvl3pPr>
            <a:lvl4pPr>
              <a:defRPr sz="2756"/>
            </a:lvl4pPr>
            <a:lvl5pPr>
              <a:defRPr sz="2756"/>
            </a:lvl5pPr>
            <a:lvl6pPr>
              <a:defRPr sz="2756"/>
            </a:lvl6pPr>
            <a:lvl7pPr>
              <a:defRPr sz="2756"/>
            </a:lvl7pPr>
            <a:lvl8pPr>
              <a:defRPr sz="2756"/>
            </a:lvl8pPr>
            <a:lvl9pPr>
              <a:defRPr sz="2756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0" y="3239929"/>
            <a:ext cx="4063824" cy="6002369"/>
          </a:xfrm>
        </p:spPr>
        <p:txBody>
          <a:bodyPr/>
          <a:lstStyle>
            <a:lvl1pPr marL="0" indent="0">
              <a:buNone/>
              <a:defRPr sz="2205"/>
            </a:lvl1pPr>
            <a:lvl2pPr marL="630022" indent="0">
              <a:buNone/>
              <a:defRPr sz="1929"/>
            </a:lvl2pPr>
            <a:lvl3pPr marL="1260043" indent="0">
              <a:buNone/>
              <a:defRPr sz="1654"/>
            </a:lvl3pPr>
            <a:lvl4pPr marL="1890065" indent="0">
              <a:buNone/>
              <a:defRPr sz="1378"/>
            </a:lvl4pPr>
            <a:lvl5pPr marL="2520086" indent="0">
              <a:buNone/>
              <a:defRPr sz="1378"/>
            </a:lvl5pPr>
            <a:lvl6pPr marL="3150108" indent="0">
              <a:buNone/>
              <a:defRPr sz="1378"/>
            </a:lvl6pPr>
            <a:lvl7pPr marL="3780130" indent="0">
              <a:buNone/>
              <a:defRPr sz="1378"/>
            </a:lvl7pPr>
            <a:lvl8pPr marL="4410151" indent="0">
              <a:buNone/>
              <a:defRPr sz="1378"/>
            </a:lvl8pPr>
            <a:lvl9pPr marL="5040173" indent="0">
              <a:buNone/>
              <a:defRPr sz="1378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87361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719984"/>
            <a:ext cx="4063824" cy="2519945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6636" y="1554968"/>
            <a:ext cx="6378744" cy="7674832"/>
          </a:xfrm>
        </p:spPr>
        <p:txBody>
          <a:bodyPr anchor="t"/>
          <a:lstStyle>
            <a:lvl1pPr marL="0" indent="0">
              <a:buNone/>
              <a:defRPr sz="4410"/>
            </a:lvl1pPr>
            <a:lvl2pPr marL="630022" indent="0">
              <a:buNone/>
              <a:defRPr sz="3858"/>
            </a:lvl2pPr>
            <a:lvl3pPr marL="1260043" indent="0">
              <a:buNone/>
              <a:defRPr sz="3307"/>
            </a:lvl3pPr>
            <a:lvl4pPr marL="1890065" indent="0">
              <a:buNone/>
              <a:defRPr sz="2756"/>
            </a:lvl4pPr>
            <a:lvl5pPr marL="2520086" indent="0">
              <a:buNone/>
              <a:defRPr sz="2756"/>
            </a:lvl5pPr>
            <a:lvl6pPr marL="3150108" indent="0">
              <a:buNone/>
              <a:defRPr sz="2756"/>
            </a:lvl6pPr>
            <a:lvl7pPr marL="3780130" indent="0">
              <a:buNone/>
              <a:defRPr sz="2756"/>
            </a:lvl7pPr>
            <a:lvl8pPr marL="4410151" indent="0">
              <a:buNone/>
              <a:defRPr sz="2756"/>
            </a:lvl8pPr>
            <a:lvl9pPr marL="5040173" indent="0">
              <a:buNone/>
              <a:defRPr sz="2756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0" y="3239929"/>
            <a:ext cx="4063824" cy="6002369"/>
          </a:xfrm>
        </p:spPr>
        <p:txBody>
          <a:bodyPr/>
          <a:lstStyle>
            <a:lvl1pPr marL="0" indent="0">
              <a:buNone/>
              <a:defRPr sz="2205"/>
            </a:lvl1pPr>
            <a:lvl2pPr marL="630022" indent="0">
              <a:buNone/>
              <a:defRPr sz="1929"/>
            </a:lvl2pPr>
            <a:lvl3pPr marL="1260043" indent="0">
              <a:buNone/>
              <a:defRPr sz="1654"/>
            </a:lvl3pPr>
            <a:lvl4pPr marL="1890065" indent="0">
              <a:buNone/>
              <a:defRPr sz="1378"/>
            </a:lvl4pPr>
            <a:lvl5pPr marL="2520086" indent="0">
              <a:buNone/>
              <a:defRPr sz="1378"/>
            </a:lvl5pPr>
            <a:lvl6pPr marL="3150108" indent="0">
              <a:buNone/>
              <a:defRPr sz="1378"/>
            </a:lvl6pPr>
            <a:lvl7pPr marL="3780130" indent="0">
              <a:buNone/>
              <a:defRPr sz="1378"/>
            </a:lvl7pPr>
            <a:lvl8pPr marL="4410151" indent="0">
              <a:buNone/>
              <a:defRPr sz="1378"/>
            </a:lvl8pPr>
            <a:lvl9pPr marL="5040173" indent="0">
              <a:buNone/>
              <a:defRPr sz="1378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79051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6929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6867" y="574987"/>
            <a:ext cx="2716872" cy="9152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50" y="574987"/>
            <a:ext cx="7993117" cy="9152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26110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87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249" y="574990"/>
            <a:ext cx="10867490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2874937"/>
            <a:ext cx="10867490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49" y="10009783"/>
            <a:ext cx="283499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10009783"/>
            <a:ext cx="4252496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2" y="10009783"/>
            <a:ext cx="283499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123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lvl1pPr algn="l" defTabSz="1260043" rtl="0" eaLnBrk="1" latinLnBrk="1" hangingPunct="1">
        <a:lnSpc>
          <a:spcPct val="90000"/>
        </a:lnSpc>
        <a:spcBef>
          <a:spcPct val="0"/>
        </a:spcBef>
        <a:buNone/>
        <a:defRPr sz="60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5011" indent="-315011" algn="l" defTabSz="1260043" rtl="0" eaLnBrk="1" latinLnBrk="1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3858" kern="1200">
          <a:solidFill>
            <a:schemeClr val="tx1"/>
          </a:solidFill>
          <a:latin typeface="+mn-lt"/>
          <a:ea typeface="+mn-ea"/>
          <a:cs typeface="+mn-cs"/>
        </a:defRPr>
      </a:lvl1pPr>
      <a:lvl2pPr marL="945032" indent="-315011" algn="l" defTabSz="1260043" rtl="0" eaLnBrk="1" latinLnBrk="1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2pPr>
      <a:lvl3pPr marL="1575054" indent="-315011" algn="l" defTabSz="1260043" rtl="0" eaLnBrk="1" latinLnBrk="1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756" kern="1200">
          <a:solidFill>
            <a:schemeClr val="tx1"/>
          </a:solidFill>
          <a:latin typeface="+mn-lt"/>
          <a:ea typeface="+mn-ea"/>
          <a:cs typeface="+mn-cs"/>
        </a:defRPr>
      </a:lvl3pPr>
      <a:lvl4pPr marL="2205076" indent="-315011" algn="l" defTabSz="1260043" rtl="0" eaLnBrk="1" latinLnBrk="1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4pPr>
      <a:lvl5pPr marL="2835097" indent="-315011" algn="l" defTabSz="1260043" rtl="0" eaLnBrk="1" latinLnBrk="1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5pPr>
      <a:lvl6pPr marL="3465119" indent="-315011" algn="l" defTabSz="1260043" rtl="0" eaLnBrk="1" latinLnBrk="1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6pPr>
      <a:lvl7pPr marL="4095140" indent="-315011" algn="l" defTabSz="1260043" rtl="0" eaLnBrk="1" latinLnBrk="1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7pPr>
      <a:lvl8pPr marL="4725162" indent="-315011" algn="l" defTabSz="1260043" rtl="0" eaLnBrk="1" latinLnBrk="1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8pPr>
      <a:lvl9pPr marL="5355184" indent="-315011" algn="l" defTabSz="1260043" rtl="0" eaLnBrk="1" latinLnBrk="1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60043" rtl="0" eaLnBrk="1" latinLnBrk="1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1pPr>
      <a:lvl2pPr marL="630022" algn="l" defTabSz="1260043" rtl="0" eaLnBrk="1" latinLnBrk="1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2pPr>
      <a:lvl3pPr marL="1260043" algn="l" defTabSz="1260043" rtl="0" eaLnBrk="1" latinLnBrk="1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3pPr>
      <a:lvl4pPr marL="1890065" algn="l" defTabSz="1260043" rtl="0" eaLnBrk="1" latinLnBrk="1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4pPr>
      <a:lvl5pPr marL="2520086" algn="l" defTabSz="1260043" rtl="0" eaLnBrk="1" latinLnBrk="1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5pPr>
      <a:lvl6pPr marL="3150108" algn="l" defTabSz="1260043" rtl="0" eaLnBrk="1" latinLnBrk="1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6pPr>
      <a:lvl7pPr marL="3780130" algn="l" defTabSz="1260043" rtl="0" eaLnBrk="1" latinLnBrk="1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7pPr>
      <a:lvl8pPr marL="4410151" algn="l" defTabSz="1260043" rtl="0" eaLnBrk="1" latinLnBrk="1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8pPr>
      <a:lvl9pPr marL="5040173" algn="l" defTabSz="1260043" rtl="0" eaLnBrk="1" latinLnBrk="1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90761" y="92902"/>
            <a:ext cx="2706365" cy="4034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013100" y="962807"/>
            <a:ext cx="365760" cy="365760"/>
          </a:xfrm>
          <a:prstGeom prst="ellipse">
            <a:avLst/>
          </a:prstGeom>
          <a:solidFill>
            <a:srgbClr val="F1F5F9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1660" y="1237128"/>
            <a:ext cx="548640" cy="2743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63554" y="1463038"/>
            <a:ext cx="6648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2720" y="960229"/>
            <a:ext cx="4986389" cy="65554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4160" y="1005949"/>
            <a:ext cx="4803509" cy="5641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
</a:t>
            </a: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 html, </a:t>
            </a:r>
            <a:r>
              <a:rPr lang="en-US" sz="1000" b="1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000" b="1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</a:t>
            </a:r>
            <a:r>
              <a:rPr lang="en-US" sz="1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310766" y="2478171"/>
            <a:ext cx="3767494" cy="151279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03673" y="2813218"/>
            <a:ext cx="3584614" cy="32004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3400353" y="3298219"/>
            <a:ext cx="1554480" cy="365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12830" y="2520072"/>
            <a:ext cx="256630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BROWSER (HTML + CSS + JS)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403673" y="2813218"/>
            <a:ext cx="35846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Personal-Profile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00353" y="3298219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Chatbot.js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43012" y="3133258"/>
            <a:ext cx="4986387" cy="92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34451" y="3208604"/>
            <a:ext cx="4238849" cy="694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WORKER API (Backend / API Gateway)
</a:t>
            </a: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Handling, Prompt Generation,</a:t>
            </a:r>
            <a:endParaRPr lang="en-US" sz="1150" dirty="0"/>
          </a:p>
          <a:p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Layer, JSON Response Wrapping (5),</a:t>
            </a:r>
          </a:p>
          <a:p>
            <a:r>
              <a:rPr lang="en-US" sz="1000" dirty="0">
                <a:solidFill>
                  <a:srgbClr val="475569"/>
                </a:solidFill>
                <a:latin typeface="Arial" pitchFamily="34" charset="0"/>
                <a:cs typeface="Arial" pitchFamily="34" charset="-120"/>
              </a:rPr>
              <a:t>API  Key Secret Storage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242361" y="4845190"/>
            <a:ext cx="4792703" cy="92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33801" y="4890910"/>
            <a:ext cx="4360275" cy="10179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 (LLM Model - Google AI Studio)
</a:t>
            </a: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Inference (text generation)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43942" y="4561381"/>
            <a:ext cx="1329704" cy="141194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25913" y="4607097"/>
            <a:ext cx="365760" cy="45720"/>
          </a:xfrm>
          <a:prstGeom prst="roundRect">
            <a:avLst/>
          </a:prstGeom>
          <a:solidFill>
            <a:srgbClr val="E2E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2635382" y="4744257"/>
            <a:ext cx="963944" cy="18288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3" name="Shape 21"/>
          <p:cNvSpPr/>
          <p:nvPr/>
        </p:nvSpPr>
        <p:spPr>
          <a:xfrm>
            <a:off x="2818262" y="4972857"/>
            <a:ext cx="963944" cy="182880"/>
          </a:xfrm>
          <a:prstGeom prst="roundRect">
            <a:avLst/>
          </a:prstGeom>
          <a:solidFill>
            <a:srgbClr val="0284C7"/>
          </a:solidFill>
          <a:ln/>
        </p:spPr>
      </p:sp>
      <p:sp>
        <p:nvSpPr>
          <p:cNvPr id="24" name="Text 22"/>
          <p:cNvSpPr/>
          <p:nvPr/>
        </p:nvSpPr>
        <p:spPr>
          <a:xfrm>
            <a:off x="2653201" y="11698027"/>
            <a:ext cx="1695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VIEW CHAT UI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95980" y="1740048"/>
            <a:ext cx="0" cy="705971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2970253" y="180100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Browser Access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93074" y="1657343"/>
            <a:ext cx="0" cy="302559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7077233" y="1551103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(Deploy / Hosting)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90001" y="3481993"/>
            <a:ext cx="1883747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5217473" y="3024793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fetch</a:t>
            </a:r>
            <a:endParaRPr lang="en-US" sz="950" dirty="0"/>
          </a:p>
          <a:p>
            <a:pPr algn="ctr"/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POST / message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217104" y="36608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 HTTP(S) Response</a:t>
            </a:r>
            <a:endParaRPr lang="en-US" sz="950" dirty="0"/>
          </a:p>
          <a:p>
            <a:pPr algn="ctr"/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(Wrapped JSON)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591286" y="4143375"/>
            <a:ext cx="0" cy="600882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7034524" y="420465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Generate </a:t>
            </a:r>
          </a:p>
          <a:p>
            <a:pPr algn="ctr"/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+ Context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350314" y="420465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 Gemini API</a:t>
            </a:r>
          </a:p>
          <a:p>
            <a:pPr algn="ctr"/>
            <a:r>
              <a:rPr lang="en-US" sz="950" b="1" dirty="0">
                <a:solidFill>
                  <a:srgbClr val="0F172A"/>
                </a:solidFill>
                <a:latin typeface="Arial" pitchFamily="34" charset="0"/>
                <a:cs typeface="Arial" pitchFamily="34" charset="-120"/>
              </a:rPr>
              <a:t>Response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17487" y="4066047"/>
            <a:ext cx="0" cy="403412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2822266" y="400652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(6) Rendering</a:t>
            </a:r>
            <a:endParaRPr lang="en-US" sz="950" dirty="0"/>
          </a:p>
        </p:txBody>
      </p:sp>
      <p:pic>
        <p:nvPicPr>
          <p:cNvPr id="1026" name="Picture 2" descr="GitHub의 힘을 열어보세요: 개발자와 팀을 위한 종합 가이드">
            <a:extLst>
              <a:ext uri="{FF2B5EF4-FFF2-40B4-BE49-F238E27FC236}">
                <a16:creationId xmlns:a16="http://schemas.microsoft.com/office/drawing/2014/main" id="{B9A1AF30-18FD-5F7D-6CAC-A4CEA36DC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0314" y="993173"/>
            <a:ext cx="1573863" cy="583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Shape 14">
            <a:extLst>
              <a:ext uri="{FF2B5EF4-FFF2-40B4-BE49-F238E27FC236}">
                <a16:creationId xmlns:a16="http://schemas.microsoft.com/office/drawing/2014/main" id="{6BF8091B-90FA-32FF-DD9A-903D8117F284}"/>
              </a:ext>
            </a:extLst>
          </p:cNvPr>
          <p:cNvSpPr/>
          <p:nvPr/>
        </p:nvSpPr>
        <p:spPr>
          <a:xfrm>
            <a:off x="5939330" y="1983316"/>
            <a:ext cx="3767493" cy="81232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3D060F27-F051-E1FE-2F09-76AB4ACC7B6C}"/>
              </a:ext>
            </a:extLst>
          </p:cNvPr>
          <p:cNvSpPr/>
          <p:nvPr/>
        </p:nvSpPr>
        <p:spPr>
          <a:xfrm>
            <a:off x="6034160" y="2019187"/>
            <a:ext cx="1815799" cy="2270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PAGES</a:t>
            </a:r>
            <a:endParaRPr lang="en-US" sz="1150" dirty="0"/>
          </a:p>
        </p:txBody>
      </p:sp>
      <p:pic>
        <p:nvPicPr>
          <p:cNvPr id="1028" name="Picture 4" descr="Cloudflare - 나무위키">
            <a:extLst>
              <a:ext uri="{FF2B5EF4-FFF2-40B4-BE49-F238E27FC236}">
                <a16:creationId xmlns:a16="http://schemas.microsoft.com/office/drawing/2014/main" id="{7AE89AD8-14F4-98AE-CAC5-8DE1B6B23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1633" y="2095091"/>
            <a:ext cx="1573516" cy="519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20B5ABF6-9FDD-A960-FDC7-5DF0EF2E10AE}"/>
              </a:ext>
            </a:extLst>
          </p:cNvPr>
          <p:cNvCxnSpPr>
            <a:cxnSpLocks/>
          </p:cNvCxnSpPr>
          <p:nvPr/>
        </p:nvCxnSpPr>
        <p:spPr>
          <a:xfrm>
            <a:off x="3528408" y="1237127"/>
            <a:ext cx="2266763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 24">
            <a:extLst>
              <a:ext uri="{FF2B5EF4-FFF2-40B4-BE49-F238E27FC236}">
                <a16:creationId xmlns:a16="http://schemas.microsoft.com/office/drawing/2014/main" id="{9543B61B-65C7-F1B7-53B4-993F2E8330F2}"/>
              </a:ext>
            </a:extLst>
          </p:cNvPr>
          <p:cNvSpPr/>
          <p:nvPr/>
        </p:nvSpPr>
        <p:spPr>
          <a:xfrm>
            <a:off x="3746389" y="871367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/ Remote Sync</a:t>
            </a:r>
            <a:endParaRPr lang="en-US" sz="950" dirty="0"/>
          </a:p>
        </p:txBody>
      </p:sp>
      <p:pic>
        <p:nvPicPr>
          <p:cNvPr id="48" name="Picture 4" descr="Cloudflare - 나무위키">
            <a:extLst>
              <a:ext uri="{FF2B5EF4-FFF2-40B4-BE49-F238E27FC236}">
                <a16:creationId xmlns:a16="http://schemas.microsoft.com/office/drawing/2014/main" id="{F46CC14F-CB26-9821-93FB-339A2F2DB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1066" y="3328188"/>
            <a:ext cx="1573516" cy="519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구글, Gemini API에 실험용 모델 추가…개발자 피드백 수집 나서 - AI매터스">
            <a:extLst>
              <a:ext uri="{FF2B5EF4-FFF2-40B4-BE49-F238E27FC236}">
                <a16:creationId xmlns:a16="http://schemas.microsoft.com/office/drawing/2014/main" id="{258BC9F1-A92B-92D4-E2A3-23634FA137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80183" y1="65217" x2="49619" y2="66033"/>
                        <a14:foregroundMark x1="49619" y1="66033" x2="36357" y2="44022"/>
                        <a14:foregroundMark x1="36357" y1="44022" x2="61585" y2="60054"/>
                        <a14:foregroundMark x1="61585" y1="60054" x2="63034" y2="62636"/>
                        <a14:foregroundMark x1="46875" y1="74728" x2="44360" y2="69701"/>
                        <a14:foregroundMark x1="71570" y1="70245" x2="61052" y2="39266"/>
                        <a14:foregroundMark x1="61052" y1="39266" x2="72485" y2="58424"/>
                        <a14:foregroundMark x1="72485" y1="58424" x2="73780" y2="76630"/>
                        <a14:foregroundMark x1="79878" y1="68342" x2="69436" y2="37092"/>
                        <a14:foregroundMark x1="73399" y1="49185" x2="73399" y2="49185"/>
                        <a14:foregroundMark x1="72332" y1="32609" x2="81250" y2="53668"/>
                        <a14:foregroundMark x1="77668" y1="46060" x2="73399" y2="36413"/>
                        <a14:foregroundMark x1="73018" y1="35190" x2="28354" y2="42527"/>
                        <a14:foregroundMark x1="28354" y1="42527" x2="41616" y2="81793"/>
                        <a14:foregroundMark x1="41616" y1="81793" x2="82774" y2="63043"/>
                        <a14:foregroundMark x1="82774" y1="63043" x2="67149" y2="33560"/>
                        <a14:foregroundMark x1="67149" y1="33560" x2="51220" y2="26223"/>
                        <a14:foregroundMark x1="60899" y1="30027" x2="29116" y2="47690"/>
                        <a14:foregroundMark x1="29116" y1="47690" x2="65015" y2="79076"/>
                        <a14:foregroundMark x1="65015" y1="79076" x2="76296" y2="63859"/>
                        <a14:foregroundMark x1="56555" y1="37092" x2="63338" y2="59511"/>
                        <a14:foregroundMark x1="60518" y1="39674" x2="48323" y2="55571"/>
                        <a14:foregroundMark x1="62271" y1="37772" x2="40168" y2="50679"/>
                        <a14:foregroundMark x1="40168" y1="50679" x2="39024" y2="64538"/>
                        <a14:foregroundMark x1="32241" y1="45380" x2="56174" y2="81114"/>
                        <a14:foregroundMark x1="56174" y1="81114" x2="56555" y2="79891"/>
                        <a14:foregroundMark x1="35442" y1="39674" x2="22027" y2="58832"/>
                        <a14:foregroundMark x1="22027" y1="58832" x2="35442" y2="69022"/>
                        <a14:foregroundMark x1="33308" y1="41576" x2="33384" y2="73913"/>
                        <a14:foregroundMark x1="33384" y1="73913" x2="38643" y2="72826"/>
                        <a14:foregroundMark x1="33308" y1="46739" x2="30793" y2="68342"/>
                        <a14:foregroundMark x1="30793" y1="41576" x2="27744" y2="67663"/>
                        <a14:foregroundMark x1="27744" y1="67663" x2="37271" y2="73505"/>
                        <a14:foregroundMark x1="28277" y1="41576" x2="41921" y2="72147"/>
                        <a14:foregroundMark x1="25762" y1="42255" x2="36128" y2="68342"/>
                        <a14:foregroundMark x1="51220" y1="46060" x2="74238" y2="48098"/>
                        <a14:foregroundMark x1="74238" y1="48098" x2="70198" y2="72826"/>
                        <a14:foregroundMark x1="75534" y1="46060" x2="66616" y2="70924"/>
                        <a14:foregroundMark x1="72332" y1="49864" x2="67683" y2="74728"/>
                        <a14:foregroundMark x1="72713" y1="49185" x2="60137" y2="66440"/>
                        <a14:foregroundMark x1="69131" y1="60734" x2="54040" y2="43207"/>
                        <a14:foregroundMark x1="54040" y1="43207" x2="81098" y2="51766"/>
                        <a14:foregroundMark x1="81098" y1="51766" x2="71951" y2="69701"/>
                        <a14:foregroundMark x1="71951" y1="69701" x2="70198" y2="69701"/>
                        <a14:foregroundMark x1="80945" y1="73505" x2="65930" y2="58696"/>
                        <a14:foregroundMark x1="65930" y1="58696" x2="80640" y2="58832"/>
                        <a14:foregroundMark x1="80640" y1="58832" x2="81631" y2="73505"/>
                        <a14:foregroundMark x1="32241" y1="44158" x2="20046" y2="60054"/>
                        <a14:foregroundMark x1="20046" y1="60054" x2="39024" y2="76495"/>
                        <a14:foregroundMark x1="39024" y1="76495" x2="42988" y2="69022"/>
                        <a14:foregroundMark x1="54421" y1="41576" x2="56555" y2="69022"/>
                        <a14:foregroundMark x1="56555" y1="69022" x2="56936" y2="65761"/>
                        <a14:foregroundMark x1="35061" y1="40353" x2="21799" y2="45924"/>
                        <a14:foregroundMark x1="21799" y1="45924" x2="23247" y2="69022"/>
                        <a14:foregroundMark x1="65854" y1="51087" x2="50991" y2="55978"/>
                        <a14:foregroundMark x1="50991" y1="55978" x2="56555" y2="69022"/>
                        <a14:backgroundMark x1="31174" y1="20516" x2="31174" y2="205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736" t="25333" r="11136" b="8251"/>
          <a:stretch/>
        </p:blipFill>
        <p:spPr bwMode="auto">
          <a:xfrm>
            <a:off x="10389144" y="4937498"/>
            <a:ext cx="1737360" cy="88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Shape 32">
            <a:extLst>
              <a:ext uri="{FF2B5EF4-FFF2-40B4-BE49-F238E27FC236}">
                <a16:creationId xmlns:a16="http://schemas.microsoft.com/office/drawing/2014/main" id="{A7AE2BB9-DA64-62DD-4BA6-46D9CFB1B2D3}"/>
              </a:ext>
            </a:extLst>
          </p:cNvPr>
          <p:cNvSpPr/>
          <p:nvPr/>
        </p:nvSpPr>
        <p:spPr>
          <a:xfrm flipH="1" flipV="1">
            <a:off x="10820723" y="4143375"/>
            <a:ext cx="0" cy="559754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50" name="Shape 28">
            <a:extLst>
              <a:ext uri="{FF2B5EF4-FFF2-40B4-BE49-F238E27FC236}">
                <a16:creationId xmlns:a16="http://schemas.microsoft.com/office/drawing/2014/main" id="{79AB999A-CBAA-B04F-D82F-40F99D219744}"/>
              </a:ext>
            </a:extLst>
          </p:cNvPr>
          <p:cNvSpPr/>
          <p:nvPr/>
        </p:nvSpPr>
        <p:spPr>
          <a:xfrm flipH="1">
            <a:off x="5162526" y="3611186"/>
            <a:ext cx="1883747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94</TotalTime>
  <Words>131</Words>
  <Application>Microsoft Office PowerPoint</Application>
  <PresentationFormat>사용자 지정</PresentationFormat>
  <Paragraphs>25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테마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etri lee</cp:lastModifiedBy>
  <cp:revision>6</cp:revision>
  <dcterms:created xsi:type="dcterms:W3CDTF">2026-06-01T00:05:53Z</dcterms:created>
  <dcterms:modified xsi:type="dcterms:W3CDTF">2026-06-01T02:35:10Z</dcterms:modified>
</cp:coreProperties>
</file>